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Performance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 BI Report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Sales: 3.49K</a:t>
            </a:r>
          </a:p>
          <a:p>
            <a:r>
              <a:t>• Total Profit: 665.73</a:t>
            </a:r>
          </a:p>
          <a:p>
            <a:r>
              <a:t>• Total Orders: 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 Included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KPI Cards</a:t>
            </a:r>
          </a:p>
          <a:p>
            <a:r>
              <a:t>• Region-wise Sales (Bar Chart)</a:t>
            </a:r>
          </a:p>
          <a:p>
            <a:r>
              <a:t>• Time Series Sales Trend (Line Chart)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Consistent fluctuations in daily sales</a:t>
            </a:r>
          </a:p>
          <a:p>
            <a:r>
              <a:t>• Certain regions perform better in sales</a:t>
            </a:r>
          </a:p>
          <a:p>
            <a:r>
              <a:t>• Sales peaked around Feb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